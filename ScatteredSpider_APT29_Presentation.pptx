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of MITRE ATT&amp;CK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Scattered Spider &amp; APT29</a:t>
            </a:r>
          </a:p>
          <a:p>
            <a:r>
              <a:t>Prepared by: Amer Ashoush &amp;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MITRE ATT&amp;CK?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Global framework for cyber adversary behavior</a:t>
            </a:r>
          </a:p>
          <a:p>
            <a:r>
              <a:t>• Maps tactics, techniques, procedures</a:t>
            </a:r>
          </a:p>
          <a:p>
            <a:r>
              <a:t>• Helps improve detection &amp;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Two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Both high‑impact and active</a:t>
            </a:r>
          </a:p>
          <a:p>
            <a:r>
              <a:t>• Very different motives</a:t>
            </a:r>
          </a:p>
          <a:p>
            <a:r>
              <a:t>• Ransomware vs Espionage</a:t>
            </a:r>
          </a:p>
          <a:p>
            <a:r>
              <a:t>• Strong real-world case studies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Scattered Spider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Financially motivated</a:t>
            </a:r>
          </a:p>
          <a:p>
            <a:r>
              <a:t>• Aggressive social engineering</a:t>
            </a:r>
          </a:p>
          <a:p>
            <a:r>
              <a:t>• Targets telecom, gaming, retail</a:t>
            </a:r>
          </a:p>
          <a:p>
            <a:r>
              <a:t>• Ends with ransomware extortion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BlackCat Ransomware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Rust-based, fast, multi‑platform</a:t>
            </a:r>
          </a:p>
          <a:p>
            <a:r>
              <a:t>• Used by Scattered Spider</a:t>
            </a:r>
          </a:p>
          <a:p>
            <a:r>
              <a:t>• Encrypts systems &amp; wipes recovery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T1047: WMI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wmic.exe to delete backups</a:t>
            </a:r>
          </a:p>
          <a:p>
            <a:r>
              <a:t>• Blends with admin activity</a:t>
            </a:r>
          </a:p>
          <a:p>
            <a:r>
              <a:t>• Prepares system for encryption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APT29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Russian state‑sponsored group</a:t>
            </a:r>
          </a:p>
          <a:p>
            <a:r>
              <a:t>• Long‑term espionage</a:t>
            </a:r>
          </a:p>
          <a:p>
            <a:r>
              <a:t>• Highly stealthy &amp; patient</a:t>
            </a:r>
          </a:p>
          <a:p>
            <a:r>
              <a:t>• Targets governments, NATO,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SUNBURST Backdoor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Hidden inside SolarWinds update</a:t>
            </a:r>
          </a:p>
          <a:p>
            <a:r>
              <a:t>• Signed legitimately</a:t>
            </a:r>
          </a:p>
          <a:p>
            <a:r>
              <a:t>• Installed by thousands of victims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T1195.002: Supply Chain Compromise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Compromised SolarWinds build process</a:t>
            </a:r>
          </a:p>
          <a:p>
            <a:r>
              <a:t>• Victims trusted the update</a:t>
            </a:r>
          </a:p>
          <a:p>
            <a:r>
              <a:t>• Enabled widespread espionage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Scattered Spider: loud, fast, ransomware</a:t>
            </a:r>
          </a:p>
          <a:p>
            <a:r>
              <a:t>APT29: stealthy, long-term espionage</a:t>
            </a:r>
          </a:p>
          <a:p>
            <a:r>
              <a:t>Tools: BlackCat vs SUNBURST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Two different threat models</a:t>
            </a:r>
          </a:p>
          <a:p>
            <a:r>
              <a:t>• Identity attacks vs supply chain compromise</a:t>
            </a:r>
          </a:p>
          <a:p>
            <a:r>
              <a:t>• MITRE ATT&amp;CK helps strengthen defenses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Analysis of MITRE ATT&amp;CK Groups</vt:lpstr>
      <vt:lpstr>What Is MITRE ATT&amp;CK?</vt:lpstr>
      <vt:lpstr>Why These Two Groups?</vt:lpstr>
      <vt:lpstr>Scattered Spider Overview</vt:lpstr>
      <vt:lpstr>BlackCat Ransomware</vt:lpstr>
      <vt:lpstr>Technique T1047: WMI Abuse</vt:lpstr>
      <vt:lpstr>APT29 Overview</vt:lpstr>
      <vt:lpstr>SUNBURST Backdoor</vt:lpstr>
      <vt:lpstr>Technique T1195.002: Supply Chain Compromise</vt:lpstr>
      <vt:lpstr>Key Differences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Mororock6</dc:creator>
  <cp:keywords/>
  <dc:description>generated using python-pptx</dc:description>
  <cp:lastModifiedBy>Amer Ashoush</cp:lastModifiedBy>
  <cp:revision>1</cp:revision>
  <dcterms:created xsi:type="dcterms:W3CDTF">2013-01-27T09:14:16Z</dcterms:created>
  <dcterms:modified xsi:type="dcterms:W3CDTF">2025-11-29T21:30:48Z</dcterms:modified>
  <cp:category/>
</cp:coreProperties>
</file>